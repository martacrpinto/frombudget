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95a0a3a8004dc5" /><Relationship Type="http://schemas.openxmlformats.org/officeDocument/2006/relationships/extended-properties" Target="/docProps/app.xml" Id="Rddba399fa3304394" /><Relationship Type="http://schemas.openxmlformats.org/officeDocument/2006/relationships/officeDocument" Target="/ppt/presentation.xml" Id="R43fd20ffdd99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a9e09d69304d2e"/>
  </p:sldMasterIdLst>
  <p:notesMasterIdLst>
    <p:notesMasterId xmlns:r="http://schemas.openxmlformats.org/officeDocument/2006/relationships" r:id="R460d39a3a08e48e2"/>
  </p:notesMasterIdLst>
  <p:sldIdLst>
    <p:sldId xmlns:r="http://schemas.openxmlformats.org/officeDocument/2006/relationships" id="256" r:id="R27de8057fea9418e"/>
    <p:sldId xmlns:r="http://schemas.openxmlformats.org/officeDocument/2006/relationships" id="257" r:id="Re5063d062a564d63"/>
    <p:sldId xmlns:r="http://schemas.openxmlformats.org/officeDocument/2006/relationships" id="258" r:id="Re1f9156401d34b1e"/>
    <p:sldId xmlns:r="http://schemas.openxmlformats.org/officeDocument/2006/relationships" id="259" r:id="Rcea2c74c32f34673"/>
    <p:sldId xmlns:r="http://schemas.openxmlformats.org/officeDocument/2006/relationships" id="260" r:id="Rc595741046774249"/>
    <p:sldId xmlns:r="http://schemas.openxmlformats.org/officeDocument/2006/relationships" id="261" r:id="R69e946da19484e3b"/>
    <p:sldId xmlns:r="http://schemas.openxmlformats.org/officeDocument/2006/relationships" id="262" r:id="R0c070af6e4f64572"/>
    <p:sldId xmlns:r="http://schemas.openxmlformats.org/officeDocument/2006/relationships" id="263" r:id="R6b58036c3eaf481d"/>
    <p:sldId xmlns:r="http://schemas.openxmlformats.org/officeDocument/2006/relationships" id="264" r:id="R3987ea5a9769413f"/>
    <p:sldId xmlns:r="http://schemas.openxmlformats.org/officeDocument/2006/relationships" id="265" r:id="R8d24ef7996354aef"/>
    <p:sldId xmlns:r="http://schemas.openxmlformats.org/officeDocument/2006/relationships" id="266" r:id="R7a078916af9d4b4e"/>
    <p:sldId xmlns:r="http://schemas.openxmlformats.org/officeDocument/2006/relationships" id="267" r:id="Rf5d11a1198de43a2"/>
    <p:sldId xmlns:r="http://schemas.openxmlformats.org/officeDocument/2006/relationships" id="268" r:id="R63036a1bc1e84e34"/>
    <p:sldId xmlns:r="http://schemas.openxmlformats.org/officeDocument/2006/relationships" id="269" r:id="Rff3a0b7f7e2245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90aab5048e4eab" /><Relationship Type="http://schemas.openxmlformats.org/officeDocument/2006/relationships/slideMaster" Target="/ppt/slideMasters/slideMaster1.xml" Id="R90a9e09d69304d2e" /><Relationship Type="http://schemas.openxmlformats.org/officeDocument/2006/relationships/notesMaster" Target="/ppt/notesMasters/notesMaster1.xml" Id="R460d39a3a08e48e2" /><Relationship Type="http://schemas.openxmlformats.org/officeDocument/2006/relationships/presProps" Target="/ppt/presProps.xml" Id="R7f4006d4c0a44bfc" /><Relationship Type="http://schemas.openxmlformats.org/officeDocument/2006/relationships/tableStyles" Target="/ppt/tableStyles.xml" Id="Rd15e37d652e24942" /><Relationship Type="http://schemas.openxmlformats.org/officeDocument/2006/relationships/slide" Target="/ppt/slides/slide1.xml" Id="R27de8057fea9418e" /><Relationship Type="http://schemas.openxmlformats.org/officeDocument/2006/relationships/slide" Target="/ppt/slides/slide2.xml" Id="Re5063d062a564d63" /><Relationship Type="http://schemas.openxmlformats.org/officeDocument/2006/relationships/slide" Target="/ppt/slides/slide3.xml" Id="Re1f9156401d34b1e" /><Relationship Type="http://schemas.openxmlformats.org/officeDocument/2006/relationships/slide" Target="/ppt/slides/slide4.xml" Id="Rcea2c74c32f34673" /><Relationship Type="http://schemas.openxmlformats.org/officeDocument/2006/relationships/slide" Target="/ppt/slides/slide5.xml" Id="Rc595741046774249" /><Relationship Type="http://schemas.openxmlformats.org/officeDocument/2006/relationships/slide" Target="/ppt/slides/slide6.xml" Id="R69e946da19484e3b" /><Relationship Type="http://schemas.openxmlformats.org/officeDocument/2006/relationships/slide" Target="/ppt/slides/slide7.xml" Id="R0c070af6e4f64572" /><Relationship Type="http://schemas.openxmlformats.org/officeDocument/2006/relationships/slide" Target="/ppt/slides/slide8.xml" Id="R6b58036c3eaf481d" /><Relationship Type="http://schemas.openxmlformats.org/officeDocument/2006/relationships/slide" Target="/ppt/slides/slide9.xml" Id="R3987ea5a9769413f" /><Relationship Type="http://schemas.openxmlformats.org/officeDocument/2006/relationships/slide" Target="/ppt/slides/slide10.xml" Id="R8d24ef7996354aef" /><Relationship Type="http://schemas.openxmlformats.org/officeDocument/2006/relationships/slide" Target="/ppt/slides/slide11.xml" Id="R7a078916af9d4b4e" /><Relationship Type="http://schemas.openxmlformats.org/officeDocument/2006/relationships/slide" Target="/ppt/slides/slide12.xml" Id="Rf5d11a1198de43a2" /><Relationship Type="http://schemas.openxmlformats.org/officeDocument/2006/relationships/slide" Target="/ppt/slides/slide13.xml" Id="R63036a1bc1e84e34" /><Relationship Type="http://schemas.openxmlformats.org/officeDocument/2006/relationships/slide" Target="/ppt/slides/slide14.xml" Id="Rff3a0b7f7e2245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9964c219224f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d87d16681f4fa9" /><Relationship Type="http://schemas.openxmlformats.org/officeDocument/2006/relationships/notesMaster" Target="/ppt/notesMasters/notesMaster1.xml" Id="R6e4b07fc393241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3ee24447c6469d" /><Relationship Type="http://schemas.openxmlformats.org/officeDocument/2006/relationships/notesMaster" Target="/ppt/notesMasters/notesMaster1.xml" Id="R41809a645aee44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80ddab6f394545" /><Relationship Type="http://schemas.openxmlformats.org/officeDocument/2006/relationships/notesMaster" Target="/ppt/notesMasters/notesMaster1.xml" Id="R46b2accff85f4b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d6881db7b342bd" /><Relationship Type="http://schemas.openxmlformats.org/officeDocument/2006/relationships/notesMaster" Target="/ppt/notesMasters/notesMaster1.xml" Id="R5aea449fdf6b4a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cbdf10b7147c8" /><Relationship Type="http://schemas.openxmlformats.org/officeDocument/2006/relationships/notesMaster" Target="/ppt/notesMasters/notesMaster1.xml" Id="R784165a525ce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9e1053ccf459a" /><Relationship Type="http://schemas.openxmlformats.org/officeDocument/2006/relationships/notesMaster" Target="/ppt/notesMasters/notesMaster1.xml" Id="Rbb8b2463763848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be00cb24ba473d" /><Relationship Type="http://schemas.openxmlformats.org/officeDocument/2006/relationships/notesMaster" Target="/ppt/notesMasters/notesMaster1.xml" Id="Rca6fb8b1f2ca41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5d73e802684a98" /><Relationship Type="http://schemas.openxmlformats.org/officeDocument/2006/relationships/notesMaster" Target="/ppt/notesMasters/notesMaster1.xml" Id="R3de1f66939ed43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3c346412f942c7" /><Relationship Type="http://schemas.openxmlformats.org/officeDocument/2006/relationships/notesMaster" Target="/ppt/notesMasters/notesMaster1.xml" Id="R832b59d2caf34c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25ffba0de544e2" /><Relationship Type="http://schemas.openxmlformats.org/officeDocument/2006/relationships/notesMaster" Target="/ppt/notesMasters/notesMaster1.xml" Id="R77a88b1a314b46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a68915d2704844" /><Relationship Type="http://schemas.openxmlformats.org/officeDocument/2006/relationships/notesMaster" Target="/ppt/notesMasters/notesMaster1.xml" Id="Rf9398565956d4e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e0f04d3f23434a" /><Relationship Type="http://schemas.openxmlformats.org/officeDocument/2006/relationships/notesMaster" Target="/ppt/notesMasters/notesMaster1.xml" Id="Rfeebd3e7647446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b100c8f66f4d38" /><Relationship Type="http://schemas.openxmlformats.org/officeDocument/2006/relationships/notesMaster" Target="/ppt/notesMasters/notesMaster1.xml" Id="R8784dd1afed94c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3d9bbad75d4660" /><Relationship Type="http://schemas.openxmlformats.org/officeDocument/2006/relationships/notesMaster" Target="/ppt/notesMasters/notesMaster1.xml" Id="R113e30fdf931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Manual interno de utilização da Budget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Apenas descreve funções dentro da aplicação. Não inclui ferramentas de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do ecrã de login fornecida pela utilizadora.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Percurso de um utilizador comum para abrir uma página de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Instruções para preenchimento e colagem de valores.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Submissão de dados por um utilizador de budget.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Funções do perfil Approver dentro da aplicação.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real da janela Manage Users. Contém nomes e emails, pelo que esta versão do deck deve permanecer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Funções administrativas dentro da aplicação, sem referência ao backend.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Orientações para dashboards e exportação 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Resumo dos três percursos de utilização.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Fim do manual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ilustrativa criada a partir da interface implementada. Não contém remunerações reais.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ilustrativa criada a partir da interface implementada. Não contém remunerações reais.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4335f4129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59f2cfb4e4a53" /><Relationship Type="http://schemas.openxmlformats.org/officeDocument/2006/relationships/slideLayout" Target="/ppt/slideLayouts/slideLayout1.xml" Id="Rdcb0371172a347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0371172a347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20d5030294cc3" /><Relationship Type="http://schemas.openxmlformats.org/officeDocument/2006/relationships/notesSlide" Target="/ppt/notesSlides/notesSlide1.xml" Id="R6e5e0ba0349d4a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24602e59b4d1b" /><Relationship Type="http://schemas.openxmlformats.org/officeDocument/2006/relationships/notesSlide" Target="/ppt/notesSlides/notesSlide2.xml" Id="R55627af2485143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7a450cf854453" /><Relationship Type="http://schemas.openxmlformats.org/officeDocument/2006/relationships/image" Target="/ppt/media/image.png" Id="R45a19a932b054498" /><Relationship Type="http://schemas.openxmlformats.org/officeDocument/2006/relationships/notesSlide" Target="/ppt/notesSlides/notesSlide3.xml" Id="Rccebaaa730604e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c3cbf518147d3" /><Relationship Type="http://schemas.openxmlformats.org/officeDocument/2006/relationships/notesSlide" Target="/ppt/notesSlides/notesSlide4.xml" Id="R293db556e71a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96fae57f44374" /><Relationship Type="http://schemas.openxmlformats.org/officeDocument/2006/relationships/notesSlide" Target="/ppt/notesSlides/notesSlide5.xml" Id="Rf4ba2a50343145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f076a6b29474d" /><Relationship Type="http://schemas.openxmlformats.org/officeDocument/2006/relationships/notesSlide" Target="/ppt/notesSlides/notesSlide6.xml" Id="R20735fc68c7d4c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a622f7fad4a3b" /><Relationship Type="http://schemas.openxmlformats.org/officeDocument/2006/relationships/notesSlide" Target="/ppt/notesSlides/notesSlide7.xml" Id="Rbc6e6da8876941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7a43bf2104e25" /><Relationship Type="http://schemas.openxmlformats.org/officeDocument/2006/relationships/image" Target="/ppt/media/image2.png" Id="R55a017305f304290" /><Relationship Type="http://schemas.openxmlformats.org/officeDocument/2006/relationships/notesSlide" Target="/ppt/notesSlides/notesSlide8.xml" Id="R037299a3b23144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354112cc94c03" /><Relationship Type="http://schemas.openxmlformats.org/officeDocument/2006/relationships/notesSlide" Target="/ppt/notesSlides/notesSlide9.xml" Id="R084f980e5ae34f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2879b3ed347e6" /><Relationship Type="http://schemas.openxmlformats.org/officeDocument/2006/relationships/notesSlide" Target="/ppt/notesSlides/notesSlide10.xml" Id="Rf5c841525fe543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c11b9e32840e0" /><Relationship Type="http://schemas.openxmlformats.org/officeDocument/2006/relationships/notesSlide" Target="/ppt/notesSlides/notesSlide11.xml" Id="R362a1c93360740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7f5567afd47dd" /><Relationship Type="http://schemas.openxmlformats.org/officeDocument/2006/relationships/notesSlide" Target="/ppt/notesSlides/notesSlide12.xml" Id="R45083d7a150845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7155ec5f34836" /><Relationship Type="http://schemas.openxmlformats.org/officeDocument/2006/relationships/image" Target="/ppt/media/image.jpeg" Id="R3188c82c36204303" /><Relationship Type="http://schemas.openxmlformats.org/officeDocument/2006/relationships/notesSlide" Target="/ppt/notesSlides/notesSlide13.xml" Id="R3c75358d34c149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b5f7748e4a74" /><Relationship Type="http://schemas.openxmlformats.org/officeDocument/2006/relationships/image" Target="/ppt/media/image2.jpeg" Id="R46ea4078b6464cb5" /><Relationship Type="http://schemas.openxmlformats.org/officeDocument/2006/relationships/notesSlide" Target="/ppt/notesSlides/notesSlide14.xml" Id="R5482c3b320dc44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68671-A290-4369-A0B9-C27F3BF4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381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from: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8A23C-A5AE-4438-AC6C-56B841BA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BUDGET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0E1D8-0978-48E8-93C2-3C4CEA8E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Manual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9F61E-CDB0-420F-ADE4-62527174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Para utilizadores de Budget, Approvers e Administradores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375F6-27DD-471A-9336-214C93E9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https://frombudget.vercel.app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79398-412E-4811-A094-CB740CCC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581B-B0E8-4558-94E9-3ABDAAA1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3774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BEFD4-CFB7-4FDE-88FD-95A704A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ANTES DE COMEÇAR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49CAE-D949-44D3-8980-06EDE04E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Perfis de utilização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631F6-2550-40A6-BA80-8FD1C7EF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F0223-5A03-4564-BBFA-D888E97B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36C8A-B02E-4185-BE36-CAD18F2A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45DA6-E78A-4DB8-A6AD-05CCB05A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52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Utilizador de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31655-D6C7-4DB3-8908-B64C04C9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Preenche o seu budget, adiciona notas e comentários, acompanha os totais e submete a página quando estiver pronta.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0F5F5-CDD1-48F6-A751-EC7F15C3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2DA61-D00A-4549-AD83-134709DA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97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4FA42-74AE-4DE8-BE1B-8C963EE9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86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4D697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D6971"/>
                </a:solidFill>
                <a:latin typeface="Arial"/>
                <a:ea typeface="Arial"/>
                <a:cs typeface="Arial"/>
              </a:rPr>
              <a:t>Approver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52D84-A6C4-426E-9E6F-06E309F8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48075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Consulta páginas submetidas, valida ou devolve para correção e bloqueia a página depois da validação.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91F56-A22F-43BE-A660-CCB097EF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60135-A085-4F5C-8E92-C3606626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D2298-A331-40B8-84D8-067DDA82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196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8D267-01ED-44EE-8A77-594E80DC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81575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Gere utilizadores, acessos, páginas de budget, anos, categorias e também pode validar páginas.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BCA94-F01C-4AB4-8939-09DE1195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9E50-582B-416B-B178-A4183C37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2962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941AE0-BEBE-49D7-99B7-007C966C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TODOS OS PERFIS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5FC28-FEF0-4CA3-BEA7-D0D21BB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Entrada e primeiro acesso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9BEE6-32AC-4ADD-B49C-57D57B1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9EAD9-8148-4441-8314-1202627D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333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1. Abra a aplicação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2. Introduza o email e a password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3. Clique em 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C5746-2FEE-4756-AB05-41BBEDEF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Quando recebe uma password temporária, a aplicação pede uma password pessoal antes de continuar.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19a932b054498"/>
          <a:stretch xmlns:a="http://schemas.openxmlformats.org/drawingml/2006/main"/>
        </p:blipFill>
        <p:spPr>
          <a:xfrm xmlns:a="http://schemas.openxmlformats.org/drawingml/2006/main">
            <a:off x="6120589" y="1428750"/>
            <a:ext cx="3189322" cy="4810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E7B66-5F8D-4EAD-B3A4-FA324E6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8CBC9-7DD1-4680-9E73-524FEB76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0802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270F4-0DE2-45DE-BC4D-376949F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UTILIZADOR DE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D7F6C-28E1-4C9C-85E2-0E34DB61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Página de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BB3AB-17D4-49CD-89C1-3CCE868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8115C-2592-489F-907E-2C58A532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barra lateral mostra as páginas disponíveis. Abra a sua página e escolha o ano que vai preencher.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640B3-761E-46D0-A768-99AC45F1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8A169-E3EE-42D1-AB68-A1583B51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o seletor de ano no topo da página.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EBF15-1B29-4D4D-AA03-F57EED7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AC8F8-8C6E-475A-A1A9-5A51331B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As linhas representam categorias e os meses representam o período a preencher.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BF744-98AE-4C1D-9164-B8627C6B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31906-4596-4C1D-AB79-35B71392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54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 total da página atualiza à medida que introduz valores.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105D1-FFAF-4D83-B166-15854ED1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Páginas validadas ficam bloqueadas. Se precisar de corrigir uma, fale com um Approver ou Administrador.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B6FBD-C4ED-442E-AFAE-AEB5B3F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93D2F-3A26-4F03-9708-FD38BED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8680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68758-D7FE-45CB-8D4A-54BB5478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UTILIZADOR DE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E66D2-05D4-44C1-9419-B823728E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Introdução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7BFA6-715A-473E-ABB0-CABF4F8B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3C1B5-49EA-4629-9F98-868AFD99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Valores mensais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38E25-519D-4C1D-B87F-EF6A548E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25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705E6-8A99-40C0-954D-67655B4E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Clique numa célula e introduza o valor correspondente ao mês.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DB266-8B79-494D-A9D2-42A32E4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25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3240C-44C0-49A2-A9A3-B58F71AD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aplicação guarda automaticamente a alteração.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BD45D-DE4B-4455-80B5-1E607E2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25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69E5-CA16-47D2-BC0D-9473F35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Reveja o total da linha e o total da página.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2464F-C18B-4A15-8A45-6E78A7D6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Colar do Excel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AE921-923D-4F7A-9BBA-966E1FE0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25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79EF8-A30E-42E0-A4CD-EA47498D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907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Copie as células no Excel.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8E263-F43E-467D-A935-6BFBC2F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432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25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9CB3C-3302-4043-B288-F51741EB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Selecione a primeira célula equivalente na página de Budget.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0BB5A-F748-41C3-A47F-6C8A8662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956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251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56DEB-489E-4E04-8BF5-90A86A86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Cole e confirme que os valores ficaram nas colunas certas.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4A450-445F-425D-8D9D-BA3F0488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Nunca submeta a página sem rever os totais depois de uma colagem.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8C075-3573-44F8-A25D-7089003C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71028-58B4-4A29-B5AF-02293E2C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1363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6E14F-B80F-4B50-A8D0-7BF8FD83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UTILIZADOR DE BUDGET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65439-5AAB-4E67-94C8-E109407C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Notas, comentários e submissão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16BE5-75C4-4D77-8FEC-5CF8D48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5495D-1A56-4331-9602-A53294EF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Notas de linha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2D52A-2DC6-4E4A-B85D-4A1A1796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Adicione uma nota quando um valor precisar de contexto ou justificação.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9031F-61C4-456C-8DFF-66525E4F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Comentários da página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8F32C-CD7D-47F6-8058-A70A83EF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Use comentários para esclarecer dúvidas com o Approver ou a equipa.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AA2B6-25E3-49E9-9899-3FA30184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Submeter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C8EC3-5DFC-412B-9DE1-4EB532F4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Depois da revisão, clique em Submit for Approval. A página segue para validação.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25BAC-8005-424A-8413-6870476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Antes de submeter: confirme meses, categorias, notas e total anual.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11687-D766-4C35-888C-C651125D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AA128-BF79-4AB1-A3E8-31450F38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23181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856C9-74D7-4BFC-A025-1AB2608B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APPROVER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0EC6E-7ED0-4AE5-9076-F3895564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Validação de páginas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A0491-EB49-4954-B0D1-C3C4988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F75F2-9871-441C-9B00-92190F8A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 Approver trabalha sobre páginas submetidas para aprovação.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0D2D8-BB95-4218-BC99-115A2D9B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4FB4-63DE-4B6A-A43C-0BC7D00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Abra a página e reveja valores, comentários e totais.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749CB-8FCF-492D-88B3-C54BE45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B3BD9-CE11-4465-9B37-44B1CFD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Se algo estiver em falta, deixe um comentário e peça correção.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9AB30-3FFE-413B-94D6-1F013C0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9F6DC-96D9-4881-804D-C5A6284B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Quando os dados estiverem corretos, valide a página.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EAF0-95F3-46AE-AFF9-CF6845B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7A2FC-D133-4F37-89A6-21C83AC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 validação bloqueia novas edições nessa página.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A082D-E778-474C-816C-5B7E9F50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Se for necessário corrigir depois da validação, o Approver ou Administrador pode reabrir a página.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71643-9819-46F9-A37D-CAC41275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4804C-0F83-432A-AAAA-B584E5F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77912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84893-DA50-4BF8-9313-C8E67595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5CC62-084B-4DA1-92AC-538FFD29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Gestão de utilizadores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B7E09-3FCE-4586-9B18-6077EEA9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017305f304290"/>
          <a:stretch xmlns:a="http://schemas.openxmlformats.org/drawingml/2006/main"/>
        </p:blipFill>
        <p:spPr>
          <a:xfrm xmlns:a="http://schemas.openxmlformats.org/drawingml/2006/main">
            <a:off x="1594277" y="1428750"/>
            <a:ext cx="3421796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BFCD8-3BB2-44A5-8E8C-089214B4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Manage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1C896-A97B-4D6C-B87A-68C5680F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29E5F-5F17-43D2-98A9-537772E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Adicionar uma pessoa e criar a respetiva página de Budget.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BD0E5-8090-44CA-A925-9E5DA7BD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C2D41-158D-4023-88AB-8C8E74A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384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Criar ou alterar o email de entrada através do botão @.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1145F-7285-4131-8C2B-60353E2D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307FE-BFB5-4F84-9375-9EA0AD22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Gerar uma password temporária através do botão de cadeado.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BC407-51B5-445B-A835-B3981D42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3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EE5E8-E3DD-4EA6-974D-AB1EA0C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4335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Atribuir ou remover as funções de Admin e Approver.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B7859-1C75-404E-8623-3E2A3379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Entregue sempre as credenciais temporárias por um canal privado.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503B7-2C3B-4A06-A218-F90E3109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3053F-413F-4B1F-89A7-DC77A70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1735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C1614-0C95-4D60-B079-57F8B60A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D9DBD-4CB3-4BD6-B74B-94F8FBF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Gestão da plataforma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EBA25-8DA0-4BE3-920F-EE98C7FB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424D2-D112-4C73-94D5-A9043DFC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45E5B-2377-4DB8-BEAB-2D1954A2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Criar ou editar anos de Budget.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B1C8D-689F-4C08-A7C1-2AF8501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F463D-C1E9-4318-A9C8-167E2B8E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Criar, alterar, ordenar ou remover categorias e grupos.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F3A01-2174-4EF3-879E-76137782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D647A-6E1E-4388-96BA-126ECA21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Aceder a páginas de budget para apoiar utilizadores ou rever dados.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81995-3364-4292-AC24-F724BC0A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E02D-FEB4-47D0-9615-CBA306A3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Consultar o Audit Log para perceber alterações feitas na 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C47DE-19B4-402C-BB92-4EFCEB58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B2D9A-762B-4E8B-A4B0-FE91512E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02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Gerir permissões de acesso a páginas reservadas.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A7DFE-7FCE-45A2-AEA5-4676D29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Administradores devem usar estas opções apenas quando são responsáveis pela estrutura e acesso da plataforma.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3574B-B5C4-430B-A253-22FE3DF3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F2AEE-FA34-4516-947B-481637F5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3638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70A15-EA26-45EB-AE4A-F3D2058A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TODOS OS PERFIS AUTORIZADOS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A6DC0-A48D-4857-B12D-4B65AC2A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Dashboards e exportação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FAC11-A35A-400D-90A4-A5CC13FE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C4484-3A29-4E9B-A30A-569EF40B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Dashboards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0CBBF-8A4A-4E34-8B03-4F8BFFD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38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Use Dashboard From, Dashboard Heads e os totais para acompanhar valores por utilizador, categoria, mês e 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37B2B-980B-43AF-8BE7-E058871F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Exportação para Excel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2B9BA-9B7C-4641-B9FD-10D0EEAA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Abra Total Budget From ou Total Budget Heads, escolha o ano e clique em Export to Excel. A app guarda o histórico do ficheiro exportado.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FE525-93C1-4322-AE49-CFCF9CF7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Antes de exportar, confirme o ano e os filtros para garantir que o ficheiro contém a informação certa.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7D5A1-BB54-489A-A4F9-8DA2CBD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7ABD9-8848-441C-BE11-1C8AF471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55422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C2228-B003-4DDC-AD2C-0522220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RESUMO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835AD-2790-473B-A98D-3B9CF3DB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Como cada perfil usa a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34ACE-E001-44E3-B4AD-D603C47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AFA06-D817-41B4-A32D-4898C48F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9D098-306F-4807-BC53-3E59AFA1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0A6B5-1D4F-4FDA-887A-501F9D16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05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Utilizador de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196DE-9D46-4CE5-AF54-33F091A4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Preenche, comenta, acompanha totais e submete.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3FF9B-6949-4BD9-806D-A365AA9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50330-E735-473B-981D-CD1ED066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97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D6966-ED7F-4819-8877-268B1AD7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4D697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D6971"/>
                </a:solidFill>
                <a:latin typeface="Arial"/>
                <a:ea typeface="Arial"/>
                <a:cs typeface="Arial"/>
              </a:rPr>
              <a:t>Approver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51D92-41D9-4492-A990-1AA706E1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Revê, pede correções, valida e desbloqueia quando necessário.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EFB8D-3126-4EC8-A347-32656950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67EF6-DBE9-461F-A240-56CB2A53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FBD07-0E9E-4563-A885-25B87236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D751A-3A22-404E-82FA-5E395B99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947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Gere estrutura, acessos, utilizadores e também valida páginas.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4393D-852F-439C-9BF4-E57FBCE4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A4493-6548-44AE-AD1B-98E0BB8B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68273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71511A-2E84-4BED-8645-19191D85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TODOS OS PERFIS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47C88-ED90-4BC4-A9EB-55C40657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Apoio e boas práticas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6794E-0B6D-4ECA-B347-42FF515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4C097-CF7B-4400-9920-216EA38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A4668-2BB4-4DAE-8AC2-A5749E60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Confirme sempre o ano antes de editar ou exportar.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F6007-CCA5-4D76-AA43-1CB09038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01FE9-02BD-4D7C-94F6-7BEBBA2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notas e comentários para explicar decisões ou pedir esclarecimentos.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29244-6D29-4D1D-9B11-1F244343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6F255-A484-4F71-AC92-6A1E2B35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Submeta apenas depois de rever os totais.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051FE-60D1-47E1-B022-22F86D9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155E6-7216-4743-9523-76F80471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Peça uma nova password temporária ao Administrador se não conseguir entrar.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052AB-525E-46EB-B478-DCEE58A0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8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4971A-0C1E-4A81-A02B-96A71720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Indique ano, utilizador e categoria quando reportar um problema.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5BF2E-759F-43F4-A30B-571E366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Aplicação: https://frombudget.vercel.app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77040-87DD-48E6-BCFE-6E34EF7C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7B378-250F-4C59-9327-89348F20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63548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7FE5F-1074-422B-9D5C-F6EC133C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REMUNERAÇÃO · TODOS OS UTILIZADORES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C1767-CA3E-469C-89D1-ECA88D2F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Definir o mês de entrada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FF9ED-F59A-4766-8BC5-ACB3646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3CBA0-AE3A-46B2-A298-E472FBF7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Na página Remuneration Simulator: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F27BC-AFB6-4979-8014-2B3FE6E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61220-8288-4E6B-BD29-02342AF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8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Na coluna Entry month, escolha All year para atividade durante todo o ano.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59E91-B402-4AAC-A78A-F25F5D99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22A52-99FE-44B8-9D8F-46A06BC4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0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Se a pessoa entrar mais tarde, selecione o primeiro mês ativo (Jan–Dec).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66196-E4F5-4343-97BA-D21EAF7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34F90-20E1-4F6A-A915-C9B71786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Os meses anteriores ficam a zero e os totais anuais atualizam automaticamente.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26CD3-BD0E-4D16-AC4A-6550ECEE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A3E1A-9381-4922-A048-B18FC77E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 salário introduzido continua a ser o valor anual de referência.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1A7FA-3EAB-407D-896D-7E767894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6A"/>
                </a:solidFill>
                <a:latin typeface="Arial"/>
                <a:ea typeface="Arial"/>
                <a:cs typeface="Arial"/>
              </a:rPr>
              <a:t>Exemplo ilustrativo: entrada em julho.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C7E65-7F50-48CD-A768-F46E4274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81150"/>
            <a:ext cx="628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8c82c36204303"/>
          <a:stretch xmlns:a="http://schemas.openxmlformats.org/drawingml/2006/main"/>
        </p:blipFill>
        <p:spPr>
          <a:xfrm xmlns:a="http://schemas.openxmlformats.org/drawingml/2006/main">
            <a:off x="5314950" y="2138265"/>
            <a:ext cx="6096000" cy="298152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48687-336E-400B-AF79-8DE84847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12C62-94E6-4794-AECE-0327BD5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249864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024D5-BE19-4F8E-BFCE-B5FF7BB1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REMUNERAÇÃO · QUALQUER UTILIZADOR AUTENTICADO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8C394-3ACD-41E3-861F-34B4D426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Exportar a remuneração consolidada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ED7F7-E22F-4592-AC7C-3F9E8EB2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87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88329-774B-473C-AD06-8E116D54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Criar e descarregar o ficheiro XLSX: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93CA9-7B04-41EC-9256-D1E4FA11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5EB3F-017F-4423-8A89-1F85082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Abra Remuneration Simulator e desça até Export remuneration.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3BBFC-059D-4998-BE1A-D9A10F39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1EBDD-79C3-4C41-9600-F8A039FD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Clique em Export all years.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7CCB1-19E3-4FDD-9296-0D9F03F3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927A6-CBCF-41A3-835B-FCCD09AB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33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O ficheiro inclui uma folha por ano, todos os FTEs, mês de entrada e distribuição mensal.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BD4C6-CF13-4C0F-9263-9BCDBC07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9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419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6FB16-B8C9-495E-9FA8-11522F9D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3829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8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Use Download no histórico para voltar a descarregar uma versão anterior.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370C1-32F1-4D7A-A615-912120A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8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18878"/>
                </a:solidFill>
                <a:latin typeface="Arial"/>
                <a:ea typeface="Arial"/>
                <a:cs typeface="Arial"/>
              </a:rPr>
              <a:t>Os ficheiros ficam privados e cada exportação recebe uma nova versão.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E39E4-F88B-4B09-B4B6-ADD9D3A6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81150"/>
            <a:ext cx="6286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D7"/>
            </a:solidFill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a4078b6464cb5"/>
          <a:stretch xmlns:a="http://schemas.openxmlformats.org/drawingml/2006/main"/>
        </p:blipFill>
        <p:spPr>
          <a:xfrm xmlns:a="http://schemas.openxmlformats.org/drawingml/2006/main">
            <a:off x="5314950" y="2138265"/>
            <a:ext cx="6096000" cy="298152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6A8B2-F3DD-4BD4-A9A3-760316B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from: · Budget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BD8F4-7B99-46FE-B942-E73A960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6A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670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48651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2026-09-11T11:55:27.1510000Z</dcterms:created>
  <dcterms:modified xsi:type="dcterms:W3CDTF">2026-09-11T11:55:27.1520000Z</dcterms:modified>
</coreProperties>
</file>